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Findings">
  <a:themeElements>
    <a:clrScheme name="Simple">
      <a:dk1>
        <a:srgbClr val="172026"/>
      </a:dk1>
      <a:lt1>
        <a:srgbClr val="FFFFFF"/>
      </a:lt1>
      <a:dk2>
        <a:srgbClr val="5A6872"/>
      </a:dk2>
      <a:lt2>
        <a:srgbClr val="F7F9FB"/>
      </a:lt2>
      <a:accent1>
        <a:srgbClr val="13795B"/>
      </a:accent1>
      <a:accent2>
        <a:srgbClr val="2563A7"/>
      </a:accent2>
      <a:accent3>
        <a:srgbClr val="B7791F"/>
      </a:accent3>
      <a:accent4>
        <a:srgbClr val="B42318"/>
      </a:accent4>
      <a:accent5>
        <a:srgbClr val="D8E0E6"/>
      </a:accent5>
      <a:accent6>
        <a:srgbClr val="FFFFFF"/>
      </a:accent6>
      <a:hlink>
        <a:srgbClr val="2563A7"/>
      </a:hlink>
      <a:folHlink>
        <a:srgbClr val="13795B"/>
      </a:folHlink>
    </a:clrScheme>
    <a:fontScheme name="Arial">
      <a:majorFont>
        <a:latin typeface="Arial"/>
      </a:majorFont>
      <a:minorFont>
        <a:latin typeface="Arial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